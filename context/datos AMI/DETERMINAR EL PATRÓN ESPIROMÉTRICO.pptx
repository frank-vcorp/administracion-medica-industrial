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8CB35-D52C-4935-8C72-729A9869B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B5326B-97CF-4D98-BC35-D2FF8E51C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42A5A-7026-4EB2-AC11-DFE54918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4C93D-14DF-47BD-A5E0-3AFFA74D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FD2A2-8291-4A74-97CC-B0FDF503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565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015C1-8062-4F9C-9613-BB12FEEA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F7F1FD-4E4D-4D2D-81F0-E9ABD51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3EA12A-12D9-42DF-95D3-5B6AC45C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AEAC7A-DEDA-4ADF-85BC-EE92F73E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A7E6E5-BFA1-4B0B-AB82-B0A1907E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160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EE1AC-843D-4D06-89CF-814FE2A2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1C6F9D-E978-4491-B42B-61A0BC652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49BCAD-09B9-4775-A048-B1BB0532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1F93A5-57DB-4303-8D15-6A6E0F89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81EC0A-A14B-4A1F-B983-215A7DC9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22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D3461-E3C6-4FCB-B6B0-25B52A1D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EE144-C405-4A92-9989-F8FFB0B46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E293A7-B47F-4C20-85A1-CA9505CCF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572E65-F6F6-4E93-ADEC-6481096C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EC84C7-1B63-4B96-973F-058F310C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E8CB3C-A5BB-4C3D-9F08-11EB72F3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128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B1FBE-01AE-4A70-A6E8-456D64E6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88D336-8DDA-4864-87ED-4A8B8FB55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4A61C8-64A9-4709-A8AE-985D094F2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878CC5-C9B5-4E03-9D3A-8138850B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464D97-A97E-4865-B2D7-662D176EF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5AEFB4-EAF2-450B-8623-4E2A1E1C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72A2EA-99EA-401C-A416-32279A8B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8B2ADE-EB4B-4E92-BF67-CB2C9206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524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BA195-8CA1-4FB9-A64C-B6D9469D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568790-FE90-4BBB-AFF8-AF169406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3DB566-32D4-4F3C-A95A-4B032086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B9684A-2BA0-4B54-8F4E-1759B0A6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009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F553C8-16A3-4AA3-8292-9BAF6D5F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4D37ED-E9D5-43D7-B554-87B857E6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7892E3-C6E7-4333-BEAE-2B50C4D98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674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02AE7-DD6B-40A0-9516-0A19839B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CA821-5CCF-4FFE-ADB2-101B4E28C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A72578-EF4D-45DF-97E9-58FF7AD53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16BC34-DA60-4598-8B56-53FC1776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17B16A-385A-4434-8E57-F8B039E5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C1CFD1-1DD2-4188-8B78-7FC741BD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87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D0689-71A9-42C7-AA3F-E8459016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F3F778-8EAF-4602-8B28-2492DCDF3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9D64F2-8DC3-4F4E-81C7-3EA48EE1A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5159BA-C6CF-4CB2-AF00-00C27810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8FF424-E6DE-4AAA-B8C3-A91E7C6B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079834-D21D-4252-92EC-0AAFC56F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4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26FA7-D8C7-451E-AE62-A137003D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E37A6C-1139-4821-BAF1-BD5BF421C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5B08A4-E2FC-4BFD-8B29-7501DA8E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033A83-335F-4E31-BB98-ED7A27F8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F0B1EA-3663-4D80-97D5-DB7395CF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631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01672B-2C2A-4EC8-B226-CACCA12D5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FB4ABC-65C0-4A03-9F70-6240CADD3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EF41C-2EDB-4892-AEAB-CA537928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92EC69-2A74-47A6-908F-9D934AA5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B30DD-9A84-482C-924C-EE75FFDE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224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A2B66D-DB8A-4FB7-95DD-CCA24476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52EA71-CCC0-4D21-8910-05A209E3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B58CD8-832C-4088-A7A1-F6F34EC9E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605F9-66E2-4393-9255-FC73DBB34137}" type="datetimeFigureOut">
              <a:rPr lang="es-MX" smtClean="0"/>
              <a:t>26/02/2018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C2A41-4374-498D-9C90-DE68807A8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DBBF38-2ED7-44A5-9D7A-8AF4DD9DC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26CBA-2F0C-4FE6-8CD6-7448FB9F4C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023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DETERMINAR EL PATRÓN ESPIROMÉTRICO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4032957" y="1637145"/>
            <a:ext cx="3600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La Espirometría es Aceptable y Repetible?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4704382" y="2757815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¿Es la FEV1/FVC normal</a:t>
            </a:r>
          </a:p>
          <a:p>
            <a:pPr algn="ctr"/>
            <a:r>
              <a:rPr lang="es-MX" dirty="0"/>
              <a:t>(&gt;LIN)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671318" y="4005064"/>
            <a:ext cx="586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4884402" y="4790650"/>
            <a:ext cx="21602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¿ Es la FVC normal)</a:t>
            </a:r>
          </a:p>
          <a:p>
            <a:pPr algn="ctr"/>
            <a:r>
              <a:rPr lang="es-MX" dirty="0"/>
              <a:t>(&gt;80%)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4151784" y="6093296"/>
            <a:ext cx="360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Patrón Espirométrico Normal</a:t>
            </a:r>
          </a:p>
        </p:txBody>
      </p:sp>
      <p:sp>
        <p:nvSpPr>
          <p:cNvPr id="13" name="Flecha: hacia abajo 12"/>
          <p:cNvSpPr/>
          <p:nvPr/>
        </p:nvSpPr>
        <p:spPr>
          <a:xfrm>
            <a:off x="5833158" y="2283476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Flecha: hacia abajo 13"/>
          <p:cNvSpPr/>
          <p:nvPr/>
        </p:nvSpPr>
        <p:spPr>
          <a:xfrm>
            <a:off x="5820563" y="3491491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Flecha: hacia abajo 14"/>
          <p:cNvSpPr/>
          <p:nvPr/>
        </p:nvSpPr>
        <p:spPr>
          <a:xfrm>
            <a:off x="5833158" y="4384976"/>
            <a:ext cx="250248" cy="4056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Flecha: hacia abajo 15"/>
          <p:cNvSpPr/>
          <p:nvPr/>
        </p:nvSpPr>
        <p:spPr>
          <a:xfrm>
            <a:off x="5833158" y="5478550"/>
            <a:ext cx="250248" cy="6147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93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DETERMINAR EL PATRÓN ESPIROMÉTRICO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4032957" y="1637145"/>
            <a:ext cx="3600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La Espirometría es Aceptable y Repetible?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4704382" y="2757815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¿Es la FEV1/FVC baja?</a:t>
            </a:r>
          </a:p>
          <a:p>
            <a:pPr algn="ctr"/>
            <a:r>
              <a:rPr lang="es-MX" dirty="0"/>
              <a:t>(&lt;LIN)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671318" y="4005064"/>
            <a:ext cx="586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4151783" y="4975315"/>
            <a:ext cx="360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Patrón Espirométrico Obstructivo</a:t>
            </a:r>
          </a:p>
        </p:txBody>
      </p:sp>
      <p:sp>
        <p:nvSpPr>
          <p:cNvPr id="13" name="Flecha: hacia abajo 12"/>
          <p:cNvSpPr/>
          <p:nvPr/>
        </p:nvSpPr>
        <p:spPr>
          <a:xfrm>
            <a:off x="5833158" y="2283476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Flecha: hacia abajo 13"/>
          <p:cNvSpPr/>
          <p:nvPr/>
        </p:nvSpPr>
        <p:spPr>
          <a:xfrm>
            <a:off x="5820563" y="3491491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Flecha: hacia abajo 14"/>
          <p:cNvSpPr/>
          <p:nvPr/>
        </p:nvSpPr>
        <p:spPr>
          <a:xfrm>
            <a:off x="5833158" y="4384976"/>
            <a:ext cx="262842" cy="590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Flecha: doblada 2"/>
          <p:cNvSpPr/>
          <p:nvPr/>
        </p:nvSpPr>
        <p:spPr>
          <a:xfrm rot="10800000">
            <a:off x="5411867" y="5344647"/>
            <a:ext cx="671538" cy="64807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67808" y="5517233"/>
            <a:ext cx="12961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Gradúa la gravedad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510954" y="5085184"/>
            <a:ext cx="3072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Usar FEV1</a:t>
            </a:r>
          </a:p>
          <a:p>
            <a:r>
              <a:rPr lang="es-MX" sz="1600" dirty="0"/>
              <a:t>70-100% = Leve</a:t>
            </a:r>
          </a:p>
          <a:p>
            <a:r>
              <a:rPr lang="es-MX" sz="1600" dirty="0"/>
              <a:t>60-69% = Moderada</a:t>
            </a:r>
          </a:p>
          <a:p>
            <a:r>
              <a:rPr lang="es-MX" sz="1600" dirty="0"/>
              <a:t>50-59% = Moderadamente Grave</a:t>
            </a:r>
          </a:p>
          <a:p>
            <a:r>
              <a:rPr lang="es-MX" sz="1600" dirty="0"/>
              <a:t>35-49% = Grave </a:t>
            </a:r>
          </a:p>
          <a:p>
            <a:r>
              <a:rPr lang="es-MX" sz="1600" dirty="0"/>
              <a:t>&lt;35% = Muy Grave</a:t>
            </a:r>
          </a:p>
        </p:txBody>
      </p:sp>
    </p:spTree>
    <p:extLst>
      <p:ext uri="{BB962C8B-B14F-4D97-AF65-F5344CB8AC3E}">
        <p14:creationId xmlns:p14="http://schemas.microsoft.com/office/powerpoint/2010/main" val="230112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DETERMINAR EL PATRÓN ESPIROMÉTRICO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4980837" y="1637144"/>
            <a:ext cx="19379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Obstrucción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2999656" y="2541907"/>
            <a:ext cx="59046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Mejora el FEV1 y/o FVC con Broncodilatador </a:t>
            </a:r>
          </a:p>
          <a:p>
            <a:pPr algn="ctr"/>
            <a:r>
              <a:rPr lang="es-MX" dirty="0"/>
              <a:t>&gt;200 ml y &gt;12%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610400" y="4011519"/>
            <a:ext cx="360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Normaliza o Casi normaliza</a:t>
            </a:r>
          </a:p>
        </p:txBody>
      </p:sp>
      <p:sp>
        <p:nvSpPr>
          <p:cNvPr id="13" name="Flecha: hacia abajo 12"/>
          <p:cNvSpPr/>
          <p:nvPr/>
        </p:nvSpPr>
        <p:spPr>
          <a:xfrm>
            <a:off x="5833159" y="2026291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Flecha: hacia abajo 15"/>
          <p:cNvSpPr/>
          <p:nvPr/>
        </p:nvSpPr>
        <p:spPr>
          <a:xfrm rot="18899198">
            <a:off x="7359851" y="3130208"/>
            <a:ext cx="277865" cy="9942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/>
          <p:cNvSpPr txBox="1"/>
          <p:nvPr/>
        </p:nvSpPr>
        <p:spPr>
          <a:xfrm>
            <a:off x="2062080" y="3989339"/>
            <a:ext cx="360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Sugiere obstrucción Crónica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873367" y="3337903"/>
            <a:ext cx="4555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62281" y="3398477"/>
            <a:ext cx="6125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19" name="Flecha: hacia abajo 18"/>
          <p:cNvSpPr/>
          <p:nvPr/>
        </p:nvSpPr>
        <p:spPr>
          <a:xfrm rot="2904693">
            <a:off x="4795020" y="3109088"/>
            <a:ext cx="219583" cy="10648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/>
          <p:cNvSpPr txBox="1"/>
          <p:nvPr/>
        </p:nvSpPr>
        <p:spPr>
          <a:xfrm>
            <a:off x="3215681" y="5013176"/>
            <a:ext cx="21007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Graduar Gravedad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7278511" y="5013177"/>
            <a:ext cx="21007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Hiperreactividad Bronquial</a:t>
            </a:r>
          </a:p>
        </p:txBody>
      </p:sp>
      <p:sp>
        <p:nvSpPr>
          <p:cNvPr id="5" name="Flecha: hacia abajo 4"/>
          <p:cNvSpPr/>
          <p:nvPr/>
        </p:nvSpPr>
        <p:spPr>
          <a:xfrm>
            <a:off x="4007768" y="4380852"/>
            <a:ext cx="288032" cy="6323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Flecha: hacia abajo 20"/>
          <p:cNvSpPr/>
          <p:nvPr/>
        </p:nvSpPr>
        <p:spPr>
          <a:xfrm>
            <a:off x="8122568" y="4387008"/>
            <a:ext cx="288032" cy="6323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Flecha: hacia abajo 8"/>
          <p:cNvSpPr/>
          <p:nvPr/>
        </p:nvSpPr>
        <p:spPr>
          <a:xfrm>
            <a:off x="6121190" y="3205992"/>
            <a:ext cx="262843" cy="15191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/>
          <p:cNvSpPr txBox="1"/>
          <p:nvPr/>
        </p:nvSpPr>
        <p:spPr>
          <a:xfrm>
            <a:off x="5641749" y="4725145"/>
            <a:ext cx="12770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No Normaliza</a:t>
            </a:r>
          </a:p>
        </p:txBody>
      </p:sp>
    </p:spTree>
    <p:extLst>
      <p:ext uri="{BB962C8B-B14F-4D97-AF65-F5344CB8AC3E}">
        <p14:creationId xmlns:p14="http://schemas.microsoft.com/office/powerpoint/2010/main" val="322833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DETERMINAR EL PATRÓN ESPIROMÉTRICO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4223792" y="1637145"/>
            <a:ext cx="3600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La Espirometría es Aceptable y Repetible?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4704382" y="2757815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¿Es la FEV1/FVC normal?</a:t>
            </a:r>
          </a:p>
          <a:p>
            <a:pPr algn="ctr"/>
            <a:r>
              <a:rPr lang="es-MX" dirty="0"/>
              <a:t>(&gt;LIN)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671318" y="4005064"/>
            <a:ext cx="586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4884402" y="4790650"/>
            <a:ext cx="21602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¿ Es la FVC normal)</a:t>
            </a:r>
          </a:p>
          <a:p>
            <a:pPr algn="ctr"/>
            <a:r>
              <a:rPr lang="es-MX" dirty="0"/>
              <a:t>(&gt;80%)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456040" y="5908630"/>
            <a:ext cx="360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Patrón Espirométrico Normal</a:t>
            </a:r>
          </a:p>
        </p:txBody>
      </p:sp>
      <p:sp>
        <p:nvSpPr>
          <p:cNvPr id="13" name="Flecha: hacia abajo 12"/>
          <p:cNvSpPr/>
          <p:nvPr/>
        </p:nvSpPr>
        <p:spPr>
          <a:xfrm>
            <a:off x="5833158" y="2283476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Flecha: hacia abajo 13"/>
          <p:cNvSpPr/>
          <p:nvPr/>
        </p:nvSpPr>
        <p:spPr>
          <a:xfrm>
            <a:off x="5820563" y="3491491"/>
            <a:ext cx="262843" cy="474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Flecha: hacia abajo 14"/>
          <p:cNvSpPr/>
          <p:nvPr/>
        </p:nvSpPr>
        <p:spPr>
          <a:xfrm>
            <a:off x="5833158" y="4384976"/>
            <a:ext cx="250248" cy="4056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Flecha: hacia abajo 15"/>
          <p:cNvSpPr/>
          <p:nvPr/>
        </p:nvSpPr>
        <p:spPr>
          <a:xfrm rot="18899198">
            <a:off x="7099539" y="5395574"/>
            <a:ext cx="250248" cy="6147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/>
          <p:cNvSpPr txBox="1"/>
          <p:nvPr/>
        </p:nvSpPr>
        <p:spPr>
          <a:xfrm>
            <a:off x="2211639" y="5931070"/>
            <a:ext cx="3600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Patrón Espirométrico sugestivo de Restricción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224662" y="5252315"/>
            <a:ext cx="4555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4053201" y="5212488"/>
            <a:ext cx="6125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19" name="Flecha: hacia abajo 18"/>
          <p:cNvSpPr/>
          <p:nvPr/>
        </p:nvSpPr>
        <p:spPr>
          <a:xfrm rot="2904693">
            <a:off x="4537310" y="5389845"/>
            <a:ext cx="256805" cy="6147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3565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Panorámica</PresentationFormat>
  <Paragraphs>43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DETERMINAR EL PATRÓN ESPIROMÉTRICO</vt:lpstr>
      <vt:lpstr>DETERMINAR EL PATRÓN ESPIROMÉTRICO</vt:lpstr>
      <vt:lpstr>DETERMINAR EL PATRÓN ESPIROMÉTRICO</vt:lpstr>
      <vt:lpstr>DETERMINAR EL PATRÓN ESPIROMÉTRICO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DETERMINAR EL PATRÓN ESPIROMÉTRICO</dc:title>
  <dc:creator>amierikarl2812@gmail.com</dc:creator>
  <cp:lastModifiedBy>amierikarl2812@gmail.com</cp:lastModifiedBy>
  <cp:revision>1</cp:revision>
  <dcterms:created xsi:type="dcterms:W3CDTF">2018-02-26T20:39:11Z</dcterms:created>
  <dcterms:modified xsi:type="dcterms:W3CDTF">2018-02-26T20:39:31Z</dcterms:modified>
</cp:coreProperties>
</file>